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4C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5C9EAD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73152" cy="5143500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4" name="Text 2"/>
          <p:cNvSpPr/>
          <p:nvPr/>
        </p:nvSpPr>
        <p:spPr>
          <a:xfrm>
            <a:off x="3566160" y="1280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B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HAVEN HOUSE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566160" y="17373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AF8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Title Template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566160" y="30175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7E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Presentation System v1.0</a:t>
            </a:r>
            <a:endParaRPr lang="en-US" sz="1400" dirty="0"/>
          </a:p>
        </p:txBody>
      </p:sp>
      <p:pic>
        <p:nvPicPr>
          <p:cNvPr id="7" name="Image 0" descr="C:\Users\jlmil\OneDrive\Desktop\Faith Haven House\Faith Haven House Rebrand\fhh-website\public\assets\FHH-logo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4206240"/>
            <a:ext cx="1005840" cy="274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6B4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5C9E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0" cy="5143500"/>
          </a:xfrm>
          <a:prstGeom prst="rect">
            <a:avLst/>
          </a:prstGeom>
          <a:solidFill>
            <a:srgbClr val="294C60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1920240"/>
            <a:ext cx="1371600" cy="36576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371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A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10312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AF8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 &amp; Admissions Overview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371600" y="32918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A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Milestones, criteria, and workflow guidelines</a:t>
            </a:r>
            <a:endParaRPr lang="en-US" sz="1400" dirty="0"/>
          </a:p>
        </p:txBody>
      </p:sp>
      <p:pic>
        <p:nvPicPr>
          <p:cNvPr id="7" name="Image 0" descr="C:\Users\jlmil\OneDrive\Desktop\Faith Haven House\Faith Haven House Rebrand\fhh-website\public\assets\FHH-logo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389120"/>
            <a:ext cx="1005840" cy="274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6B4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lmil\OneDrive\Desktop\Faith Haven House\Faith Haven House Rebrand\fhh-website\public\assets\FHH-logo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74320"/>
            <a:ext cx="1005840" cy="2743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731520"/>
            <a:ext cx="768096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  <a:effectLst>
            <a:outerShdw sx="100000" sy="100000" kx="0" ky="0" algn="bl" rotWithShape="0" blurRad="152400" dist="38100" dir="8100000">
              <a:srgbClr val="294C60">
                <a:alpha val="6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731520" y="731520"/>
            <a:ext cx="109728" cy="3657600"/>
          </a:xfrm>
          <a:prstGeom prst="rect">
            <a:avLst/>
          </a:prstGeom>
          <a:solidFill>
            <a:srgbClr val="294C60"/>
          </a:solidFill>
          <a:ln/>
        </p:spPr>
      </p:sp>
      <p:sp>
        <p:nvSpPr>
          <p:cNvPr id="5" name="Text 2"/>
          <p:cNvSpPr/>
          <p:nvPr/>
        </p:nvSpPr>
        <p:spPr>
          <a:xfrm>
            <a:off x="1280160" y="10058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Mission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188720" y="1188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E898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1280160" y="1645920"/>
            <a:ext cx="6583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273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 provide a safe, faith-centered environment that restores hope, fosters accountability, and equips individuals on their journey toward permanent housing and self-sufficiency."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280160" y="347472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9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Faith Haven House Guiding Principle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lmil\OneDrive\Desktop\Faith Haven House\Faith Haven House Rebrand\fhh-website\public\assets\FHH-logo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74320"/>
            <a:ext cx="100584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Focus Areas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0" y="1188720"/>
            <a:ext cx="0" cy="3291840"/>
          </a:xfrm>
          <a:prstGeom prst="line">
            <a:avLst/>
          </a:prstGeom>
          <a:noFill/>
          <a:ln w="19050">
            <a:solidFill>
              <a:srgbClr val="B8D8E8"/>
            </a:solidFill>
            <a:prstDash val="dash"/>
          </a:ln>
        </p:spPr>
      </p:sp>
      <p:sp>
        <p:nvSpPr>
          <p:cNvPr id="5" name="Shape 2"/>
          <p:cNvSpPr/>
          <p:nvPr/>
        </p:nvSpPr>
        <p:spPr>
          <a:xfrm>
            <a:off x="731520" y="1097280"/>
            <a:ext cx="2194560" cy="365760"/>
          </a:xfrm>
          <a:prstGeom prst="rect">
            <a:avLst/>
          </a:prstGeom>
          <a:solidFill>
            <a:srgbClr val="294C60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0972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CARE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3152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9E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 Rehabilitation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31520" y="2286000"/>
            <a:ext cx="73152" cy="73152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1945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case management planning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" y="2834640"/>
            <a:ext cx="73152" cy="73152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2743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&amp; counseling coordination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383280"/>
            <a:ext cx="73152" cy="73152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291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accountability &amp; goal setting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931920"/>
            <a:ext cx="73152" cy="73152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840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Skill-building &amp; community service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937760" y="1097280"/>
            <a:ext cx="2194560" cy="365760"/>
          </a:xfrm>
          <a:prstGeom prst="rect">
            <a:avLst/>
          </a:prstGeom>
          <a:solidFill>
            <a:srgbClr val="5C9EAD"/>
          </a:solidFill>
          <a:ln/>
        </p:spPr>
      </p:sp>
      <p:sp>
        <p:nvSpPr>
          <p:cNvPr id="17" name="Text 14"/>
          <p:cNvSpPr/>
          <p:nvPr/>
        </p:nvSpPr>
        <p:spPr>
          <a:xfrm>
            <a:off x="4937760" y="10972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93776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Admissions &amp; Transition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937760" y="2286000"/>
            <a:ext cx="73152" cy="73152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20" name="Text 17"/>
          <p:cNvSpPr/>
          <p:nvPr/>
        </p:nvSpPr>
        <p:spPr>
          <a:xfrm>
            <a:off x="5120640" y="21945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pre-screening reviews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937760" y="2834640"/>
            <a:ext cx="73152" cy="73152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22" name="Text 19"/>
          <p:cNvSpPr/>
          <p:nvPr/>
        </p:nvSpPr>
        <p:spPr>
          <a:xfrm>
            <a:off x="5120640" y="27432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welcome day check-in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937760" y="3383280"/>
            <a:ext cx="73152" cy="73152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24" name="Text 21"/>
          <p:cNvSpPr/>
          <p:nvPr/>
        </p:nvSpPr>
        <p:spPr>
          <a:xfrm>
            <a:off x="5120640" y="3291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housing preparation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937760" y="3931920"/>
            <a:ext cx="73152" cy="73152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26" name="Text 23"/>
          <p:cNvSpPr/>
          <p:nvPr/>
        </p:nvSpPr>
        <p:spPr>
          <a:xfrm>
            <a:off x="5120640" y="3840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donor collaborations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lmil\OneDrive\Desktop\Faith Haven House\Faith Haven House Rebrand\fhh-website\public\assets\FHH-logo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74320"/>
            <a:ext cx="100584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Candidate Evaluation Process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731520" y="1097280"/>
            <a:ext cx="3840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097280"/>
            <a:ext cx="73152" cy="1554480"/>
          </a:xfrm>
          <a:prstGeom prst="rect">
            <a:avLst/>
          </a:prstGeom>
          <a:solidFill>
            <a:srgbClr val="5C9EAD"/>
          </a:solidFill>
          <a:ln/>
        </p:spPr>
      </p:sp>
      <p:sp>
        <p:nvSpPr>
          <p:cNvPr id="6" name="Text 3"/>
          <p:cNvSpPr/>
          <p:nvPr/>
        </p:nvSpPr>
        <p:spPr>
          <a:xfrm>
            <a:off x="1005840" y="1188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Initial Screening &amp; Suitability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55448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applicant undergoes a structured background assessment and readiness review to ensure alignment with our residency standards.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2834640"/>
            <a:ext cx="3840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834640"/>
            <a:ext cx="73152" cy="1554480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29260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 &amp; Decision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29184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utilize official checklists (FHH 7.1 through FHH 7.4) covering interview evaluation, behavioral readiness, and final committee approval.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37760" y="10972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  <a:effectLst>
            <a:outerShdw sx="100000" sy="100000" kx="0" ky="0" algn="bl" rotWithShape="0" blurRad="152400" dist="38100" dir="16200000">
              <a:srgbClr val="294C6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937760" y="1463040"/>
            <a:ext cx="3474720" cy="0"/>
          </a:xfrm>
          <a:prstGeom prst="line">
            <a:avLst/>
          </a:prstGeom>
          <a:noFill/>
          <a:ln w="12700">
            <a:solidFill>
              <a:srgbClr val="E7EC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120640" y="1234440"/>
            <a:ext cx="91440" cy="91440"/>
          </a:xfrm>
          <a:prstGeom prst="ellipse">
            <a:avLst/>
          </a:prstGeom>
          <a:solidFill>
            <a:srgbClr val="C86B4A"/>
          </a:solidFill>
          <a:ln/>
        </p:spPr>
      </p:sp>
      <p:sp>
        <p:nvSpPr>
          <p:cNvPr id="15" name="Shape 12"/>
          <p:cNvSpPr/>
          <p:nvPr/>
        </p:nvSpPr>
        <p:spPr>
          <a:xfrm>
            <a:off x="5257800" y="1234440"/>
            <a:ext cx="91440" cy="91440"/>
          </a:xfrm>
          <a:prstGeom prst="ellipse">
            <a:avLst/>
          </a:prstGeom>
          <a:solidFill>
            <a:srgbClr val="B8D8E8"/>
          </a:solidFill>
          <a:ln/>
        </p:spPr>
      </p:sp>
      <p:sp>
        <p:nvSpPr>
          <p:cNvPr id="16" name="Shape 13"/>
          <p:cNvSpPr/>
          <p:nvPr/>
        </p:nvSpPr>
        <p:spPr>
          <a:xfrm>
            <a:off x="5394960" y="1234440"/>
            <a:ext cx="91440" cy="91440"/>
          </a:xfrm>
          <a:prstGeom prst="ellipse">
            <a:avLst/>
          </a:prstGeom>
          <a:solidFill>
            <a:srgbClr val="5C9EAD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0" y="1828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Branded Image Mockup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120640" y="228600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Facility photo, roadmap graphic, or candidate evaluation flowchart inside this window container.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943600" y="3383280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C86B4A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Photo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lmil\OneDrive\Desktop\Faith Haven House\Faith Haven House Rebrand\fhh-website\public\assets\FHH-logo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74320"/>
            <a:ext cx="100584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Admissions Workflow Timeline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731520" y="1188720"/>
            <a:ext cx="18288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  <a:effectLst>
            <a:outerShdw sx="100000" sy="100000" kx="0" ky="0" algn="bl" rotWithShape="0" blurRad="101600" dist="25400" dir="16200000">
              <a:srgbClr val="294C60">
                <a:alpha val="4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188720"/>
            <a:ext cx="1828800" cy="73152"/>
          </a:xfrm>
          <a:prstGeom prst="rect">
            <a:avLst/>
          </a:prstGeom>
          <a:solidFill>
            <a:srgbClr val="294C60"/>
          </a:solidFill>
          <a:ln/>
        </p:spPr>
      </p:sp>
      <p:sp>
        <p:nvSpPr>
          <p:cNvPr id="6" name="Shape 3"/>
          <p:cNvSpPr/>
          <p:nvPr/>
        </p:nvSpPr>
        <p:spPr>
          <a:xfrm>
            <a:off x="914400" y="1463040"/>
            <a:ext cx="731520" cy="365760"/>
          </a:xfrm>
          <a:prstGeom prst="roundRect">
            <a:avLst>
              <a:gd name="adj" fmla="val 10000"/>
            </a:avLst>
          </a:prstGeom>
          <a:solidFill>
            <a:srgbClr val="FAF8EF"/>
          </a:solidFill>
          <a:ln w="12700">
            <a:solidFill>
              <a:srgbClr val="B8D8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14630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94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914400" y="20116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Pre-Screening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2468880"/>
            <a:ext cx="1463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details collected, background checks run, and initial suitability reviewed.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0" y="1188720"/>
            <a:ext cx="18288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  <a:effectLst>
            <a:outerShdw sx="100000" sy="100000" kx="0" ky="0" algn="bl" rotWithShape="0" blurRad="101600" dist="25400" dir="16200000">
              <a:srgbClr val="294C60">
                <a:alpha val="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188720"/>
            <a:ext cx="1828800" cy="73152"/>
          </a:xfrm>
          <a:prstGeom prst="rect">
            <a:avLst/>
          </a:prstGeom>
          <a:solidFill>
            <a:srgbClr val="5C9EAD"/>
          </a:solidFill>
          <a:ln/>
        </p:spPr>
      </p:sp>
      <p:sp>
        <p:nvSpPr>
          <p:cNvPr id="12" name="Shape 9"/>
          <p:cNvSpPr/>
          <p:nvPr/>
        </p:nvSpPr>
        <p:spPr>
          <a:xfrm>
            <a:off x="2926080" y="1463040"/>
            <a:ext cx="731520" cy="365760"/>
          </a:xfrm>
          <a:prstGeom prst="roundRect">
            <a:avLst>
              <a:gd name="adj" fmla="val 10000"/>
            </a:avLst>
          </a:prstGeom>
          <a:solidFill>
            <a:srgbClr val="FAF8EF"/>
          </a:solidFill>
          <a:ln w="12700">
            <a:solidFill>
              <a:srgbClr val="B8D8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0" y="14630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C9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926080" y="20116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Interview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2926080" y="2468880"/>
            <a:ext cx="1463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Face-to-face evaluation process and behavioral readiness evaluations.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54880" y="1188720"/>
            <a:ext cx="18288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  <a:effectLst>
            <a:outerShdw sx="100000" sy="100000" kx="0" ky="0" algn="bl" rotWithShape="0" blurRad="101600" dist="25400" dir="16200000">
              <a:srgbClr val="294C60">
                <a:alpha val="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4880" y="1188720"/>
            <a:ext cx="1828800" cy="73152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18" name="Shape 15"/>
          <p:cNvSpPr/>
          <p:nvPr/>
        </p:nvSpPr>
        <p:spPr>
          <a:xfrm>
            <a:off x="4937760" y="1463040"/>
            <a:ext cx="731520" cy="365760"/>
          </a:xfrm>
          <a:prstGeom prst="roundRect">
            <a:avLst>
              <a:gd name="adj" fmla="val 10000"/>
            </a:avLst>
          </a:prstGeom>
          <a:solidFill>
            <a:srgbClr val="FAF8EF"/>
          </a:solidFill>
          <a:ln w="12700">
            <a:solidFill>
              <a:srgbClr val="B8D8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37760" y="14630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937760" y="20116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937760" y="2468880"/>
            <a:ext cx="1463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 gathers to audit files, vote, and document approvals or conditional next steps.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766560" y="1188720"/>
            <a:ext cx="18288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  <a:effectLst>
            <a:outerShdw sx="100000" sy="100000" kx="0" ky="0" algn="bl" rotWithShape="0" blurRad="101600" dist="25400" dir="16200000">
              <a:srgbClr val="294C60">
                <a:alpha val="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766560" y="1188720"/>
            <a:ext cx="1828800" cy="73152"/>
          </a:xfrm>
          <a:prstGeom prst="rect">
            <a:avLst/>
          </a:prstGeom>
          <a:solidFill>
            <a:srgbClr val="294C60"/>
          </a:solidFill>
          <a:ln/>
        </p:spPr>
      </p:sp>
      <p:sp>
        <p:nvSpPr>
          <p:cNvPr id="24" name="Shape 21"/>
          <p:cNvSpPr/>
          <p:nvPr/>
        </p:nvSpPr>
        <p:spPr>
          <a:xfrm>
            <a:off x="6949440" y="1463040"/>
            <a:ext cx="731520" cy="365760"/>
          </a:xfrm>
          <a:prstGeom prst="roundRect">
            <a:avLst>
              <a:gd name="adj" fmla="val 10000"/>
            </a:avLst>
          </a:prstGeom>
          <a:solidFill>
            <a:srgbClr val="FAF8EF"/>
          </a:solidFill>
          <a:ln w="12700">
            <a:solidFill>
              <a:srgbClr val="B8D8E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49440" y="14630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94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49440" y="20116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Welcome Day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949440" y="2468880"/>
            <a:ext cx="1463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 set up, access code provided, resident covenant signed, and orientation complete.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lmil\OneDrive\Desktop\Faith Haven House\Faith Haven House Rebrand\fhh-website\public\assets\FHH-logo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74320"/>
            <a:ext cx="100584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572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Key Metrics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731520" y="1188720"/>
            <a:ext cx="457200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  <a:effectLst>
            <a:outerShdw sx="100000" sy="100000" kx="0" ky="0" algn="bl" rotWithShape="0" blurRad="101600" dist="25400" dir="16200000">
              <a:srgbClr val="294C60">
                <a:alpha val="4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188720"/>
            <a:ext cx="4572000" cy="73152"/>
          </a:xfrm>
          <a:prstGeom prst="rect">
            <a:avLst/>
          </a:prstGeom>
          <a:solidFill>
            <a:srgbClr val="294C60"/>
          </a:solidFill>
          <a:ln/>
        </p:spPr>
      </p:sp>
      <p:sp>
        <p:nvSpPr>
          <p:cNvPr id="6" name="Text 3"/>
          <p:cNvSpPr/>
          <p:nvPr/>
        </p:nvSpPr>
        <p:spPr>
          <a:xfrm>
            <a:off x="1097280" y="14630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STABILITY RATE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097280" y="182880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85%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2926080" y="20116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Success Rate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9260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9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Graduates maintaining permanent housing for 12+ months post-transition.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97280" y="3474720"/>
            <a:ext cx="3840480" cy="274320"/>
          </a:xfrm>
          <a:prstGeom prst="roundRect">
            <a:avLst>
              <a:gd name="adj" fmla="val 50000"/>
            </a:avLst>
          </a:prstGeom>
          <a:solidFill>
            <a:srgbClr val="E7ECEE"/>
          </a:solidFill>
          <a:ln/>
        </p:spPr>
      </p:sp>
      <p:sp>
        <p:nvSpPr>
          <p:cNvPr id="11" name="Shape 8"/>
          <p:cNvSpPr/>
          <p:nvPr/>
        </p:nvSpPr>
        <p:spPr>
          <a:xfrm>
            <a:off x="1097280" y="3474720"/>
            <a:ext cx="3264408" cy="274320"/>
          </a:xfrm>
          <a:prstGeom prst="roundRect">
            <a:avLst>
              <a:gd name="adj" fmla="val 50000"/>
            </a:avLst>
          </a:prstGeom>
          <a:solidFill>
            <a:srgbClr val="C86B4A"/>
          </a:solidFill>
          <a:ln/>
        </p:spPr>
      </p:sp>
      <p:sp>
        <p:nvSpPr>
          <p:cNvPr id="12" name="Text 9"/>
          <p:cNvSpPr/>
          <p:nvPr/>
        </p:nvSpPr>
        <p:spPr>
          <a:xfrm>
            <a:off x="1097280" y="3840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Program Goal: 80%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0" y="1188720"/>
            <a:ext cx="29260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  <a:effectLst>
            <a:outerShdw sx="100000" sy="100000" kx="0" ky="0" algn="bl" rotWithShape="0" blurRad="101600" dist="25400" dir="16200000">
              <a:srgbClr val="294C60">
                <a:alpha val="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486400" y="1188720"/>
            <a:ext cx="73152" cy="1554480"/>
          </a:xfrm>
          <a:prstGeom prst="rect">
            <a:avLst/>
          </a:prstGeom>
          <a:solidFill>
            <a:srgbClr val="5C9EAD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0" y="12801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C9E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120+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5760720" y="1920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Transitioned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76072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Transitioned through housing program.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0" y="2926080"/>
            <a:ext cx="29260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7ECEE"/>
            </a:solidFill>
            <a:prstDash val="solid"/>
          </a:ln>
          <a:effectLst>
            <a:outerShdw sx="100000" sy="100000" kx="0" ky="0" algn="bl" rotWithShape="0" blurRad="101600" dist="25400" dir="16200000">
              <a:srgbClr val="294C60">
                <a:alpha val="4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486400" y="2926080"/>
            <a:ext cx="73152" cy="1554480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20" name="Text 17"/>
          <p:cNvSpPr/>
          <p:nvPr/>
        </p:nvSpPr>
        <p:spPr>
          <a:xfrm>
            <a:off x="5760720" y="30175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10K</a:t>
            </a:r>
            <a:endParaRPr lang="en-US" sz="3600" dirty="0"/>
          </a:p>
        </p:txBody>
      </p:sp>
      <p:sp>
        <p:nvSpPr>
          <p:cNvPr id="21" name="Text 18"/>
          <p:cNvSpPr/>
          <p:nvPr/>
        </p:nvSpPr>
        <p:spPr>
          <a:xfrm>
            <a:off x="576072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Counseling &amp; Skills Hours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760720" y="39319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program counseling completed.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4C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8412480" cy="441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B8D8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HAVEN HOUSE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23774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7E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Partnering together to restore hope and rebuild self-sufficient lives.</a:t>
            </a:r>
            <a:endParaRPr lang="en-US" sz="1600" dirty="0"/>
          </a:p>
        </p:txBody>
      </p:sp>
      <p:pic>
        <p:nvPicPr>
          <p:cNvPr id="6" name="Image 0" descr="C:\Users\jlmil\OneDrive\Desktop\Faith Haven House\Faith Haven House Rebrand\fhh-website\public\assets\FHH-logo-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657600"/>
            <a:ext cx="1645920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914400"/>
            <a:ext cx="2926080" cy="3291840"/>
          </a:xfrm>
          <a:prstGeom prst="roundRect">
            <a:avLst>
              <a:gd name="adj" fmla="val 2500"/>
            </a:avLst>
          </a:prstGeom>
          <a:solidFill>
            <a:srgbClr val="FAF8EF"/>
          </a:solidFill>
          <a:ln w="12700">
            <a:solidFill>
              <a:srgbClr val="5E7890"/>
            </a:solidFill>
            <a:prstDash val="solid"/>
          </a:ln>
          <a:effectLst>
            <a:outerShdw sx="100000" sy="100000" kx="0" ky="0" algn="bl" rotWithShape="0" blurRad="152400" dist="50800" dir="16200000">
              <a:srgbClr val="000000">
                <a:alpha val="1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303520" y="914400"/>
            <a:ext cx="91440" cy="3291840"/>
          </a:xfrm>
          <a:prstGeom prst="rect">
            <a:avLst/>
          </a:prstGeom>
          <a:solidFill>
            <a:srgbClr val="C86B4A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0" y="1280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94C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in Touch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66928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  info@faithhavenhouse.org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0" y="2194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www.faithhavenhouse.org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69280" y="2560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 (555) 019-2831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0" y="3200400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C86B4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0" y="3200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Our Portal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Faith Haven House Presentation Template</dc:title>
  <dc:subject>PptxGenJS Presentation</dc:subject>
  <dc:creator>Faith Haven House</dc:creator>
  <cp:lastModifiedBy>Faith Haven House</cp:lastModifiedBy>
  <cp:revision>1</cp:revision>
  <dcterms:created xsi:type="dcterms:W3CDTF">2026-07-09T03:51:39Z</dcterms:created>
  <dcterms:modified xsi:type="dcterms:W3CDTF">2026-07-09T03:51:39Z</dcterms:modified>
</cp:coreProperties>
</file>