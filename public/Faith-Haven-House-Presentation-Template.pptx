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C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6B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HAVEN HOUSE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8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Template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Subheading or Presenter Name Goes Here</a:t>
            </a:r>
            <a:endParaRPr lang="en-US" sz="1400" dirty="0"/>
          </a:p>
        </p:txBody>
      </p:sp>
      <p:pic>
        <p:nvPicPr>
          <p:cNvPr id="6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023360"/>
            <a:ext cx="201168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C9E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6B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8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&amp; Admissions Overview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milestones, candidate criteria, and committee timelines</a:t>
            </a:r>
            <a:endParaRPr lang="en-US" sz="1500" dirty="0"/>
          </a:p>
        </p:txBody>
      </p:sp>
      <p:pic>
        <p:nvPicPr>
          <p:cNvPr id="6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389120"/>
            <a:ext cx="100584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188720"/>
            <a:ext cx="73152" cy="2560320"/>
          </a:xfrm>
          <a:prstGeom prst="rect">
            <a:avLst/>
          </a:prstGeom>
          <a:solidFill>
            <a:srgbClr val="294C6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Mission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05840" y="12801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7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 provide a safe, faith-centered environment that restores hope, fosters accountability, and equips individuals on their journey toward permanent housing and self-sufficiency."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584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Faith Haven House Guiding Principle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Focus Areas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9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 Rehabilitation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case management planning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and behavioral counseling coordination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accountability structures and goal setting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Skill-building classes and community service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9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Admissions &amp; Transition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pre-screening and readiness review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welcome day process for new arrivals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planning to permanent housing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donor and community engagement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Evaluation Process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applicant undergoes a structured assessment to ensure readiness and alignment with our residency standards. Our team works together to ensure proper fit.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FHH 7.1 Interview Evaluation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FHH 7.2 Behavioral Health Assessment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FHH 7.3 Committee Decision Form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FHH 7.4 Welcome Day Preparation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937760" y="10972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7ECEE"/>
          </a:solidFill>
          <a:ln w="12700">
            <a:solidFill>
              <a:srgbClr val="5C9E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0972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Image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Team/Facility photo here)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Admissions Workflow Timeline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38100">
            <a:solidFill>
              <a:srgbClr val="5C9EAD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Pre-Screening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details collected and reviewed.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08960" y="2286000"/>
            <a:ext cx="548640" cy="5486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10" name="Text 7"/>
          <p:cNvSpPr/>
          <p:nvPr/>
        </p:nvSpPr>
        <p:spPr>
          <a:xfrm>
            <a:off x="3108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603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6032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 &amp; clinical evaluation.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2286000"/>
            <a:ext cx="548640" cy="5486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 and official approval.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32320" y="2286000"/>
            <a:ext cx="548640" cy="5486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Day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assignment and official intake.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Key Metrics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E7ECEE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Success Rate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maintaining permanent housing for 12+ months.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E7ECEE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463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33832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Reinstated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transitioned through our housing program.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E7ECEE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63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94C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60350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Hours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2926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and skills training hours completed.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C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6B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HAVEN HOUSE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8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supporting self-sufficiency and restoration.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www.faithhavenhouse.org   |   Email: info@faithhavenhouse.org</a:t>
            </a:r>
            <a:endParaRPr lang="en-US" sz="1300" dirty="0"/>
          </a:p>
        </p:txBody>
      </p:sp>
      <p:pic>
        <p:nvPicPr>
          <p:cNvPr id="7" name="Image 0" descr="C:\Users\jlmil\OneDrive\Desktop\Faith Haven House\Faith Haven House Rebrand\fhh-website\public\assets\FHH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023360"/>
            <a:ext cx="201168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Faith Haven House Presentation Template</dc:title>
  <dc:subject>PptxGenJS Presentation</dc:subject>
  <dc:creator>Faith Haven House</dc:creator>
  <cp:lastModifiedBy>Faith Haven House</cp:lastModifiedBy>
  <cp:revision>1</cp:revision>
  <dcterms:created xsi:type="dcterms:W3CDTF">2026-07-09T03:33:01Z</dcterms:created>
  <dcterms:modified xsi:type="dcterms:W3CDTF">2026-07-09T03:33:01Z</dcterms:modified>
</cp:coreProperties>
</file>